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28016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83280" y="6400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164592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54864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137160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75520" y="64008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173736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539496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0" y="512064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18288" cy="1828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04320" y="347472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0" y="630936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6035040"/>
            <a:ext cx="18288" cy="1828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7" name="Image 0" descr="/tmp/npdeck/icons/observa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4154" y="1582826"/>
            <a:ext cx="583387" cy="58338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night planner</a:t>
            </a:r>
            <a:endParaRPr lang="en-US" sz="46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61188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night of observing from recalled expertise into a reproducible plan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1148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CHIME/FRB host spectroscopy  ·  Keck I / LRIS  ·  Shane 3m / Kast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Xavier Prochaska &amp; Claude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problems, only one of which is about saving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3794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6" name="Image 0" descr="/tmp/npdeck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61" y="1954621"/>
            <a:ext cx="296997" cy="2969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" y="246888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night eats a day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788920"/>
            <a:ext cx="49117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Twilight, LST, airmass windows, hour-angle limits, slews, exposure times — all recomputed by hand for every run, every date, every change of plan.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600200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3612" y="183794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1" name="Image 1" descr="/tmp/npdeck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289" y="1954621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3612" y="246888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live in your head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93612" y="2788920"/>
            <a:ext cx="49117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Keck I's Nasmyth deck vignettes a fixed azimuth band. Shane's hour angle wraps asymmetrically. Masks need weeks of lead time. Forget one and the plan looks fine but cannot be executed.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430682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6" name="Image 2" descr="/tmp/np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61" y="4423501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6384" y="493776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is easy; planning is not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" y="5257800"/>
            <a:ext cx="49117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well-made plan lets someone with no experience of the instrument run a productive night. The expertise should sit in the plan, not in the person holding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069080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3612" y="430682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1" name="Image 3" descr="/tmp/npdec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289" y="4423501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93612" y="493776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and ToO work needs plans on demand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93612" y="5257800"/>
            <a:ext cx="49117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Non-classical modes need many candidate plans, replanned as conditions change. That is only practical if a plan costs seconds rather than an afternoon.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refuses to forget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silently produced a wrong-but-plausible plan at least once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0078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Keck I Nasmyth deck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700784"/>
            <a:ext cx="7848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5.3–146.2° needs alt ≥ 33.3°; rising targets in the NE/E must climb before they clear. Keck II is blocked on the opposite side.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Hour-angle / wrap limits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468880"/>
            <a:ext cx="7848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Shane: −5.0h to +3.75h, asymmetric, and a mount limit rather than a horizon one. Keck: ±5.5h.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3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369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Declination limits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36976"/>
            <a:ext cx="7848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cannot go above +82°, which is precisely what makes those targets Keck opportunities.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0050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lead time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005072"/>
            <a:ext cx="7848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 &gt; 21 host needs a pre-milled slitmask — weeks ahead, not on the night.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3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77316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exposure times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773168"/>
            <a:ext cx="7848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magnitude-bucket heuristic carried from another telescope was wrong by ~15x. Exposures now come from the live LRIS ETC.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54126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Slew and overheads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5541264"/>
            <a:ext cx="7848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base, 20 min crossing Dec +20 — enough to decide whether a target fits its window.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table of targets to a plan you can observe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4778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3794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6" name="Image 0" descr="/tmp/np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61" y="1954621"/>
            <a:ext cx="296997" cy="2969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" y="2468880"/>
            <a:ext cx="30092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target table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788920"/>
            <a:ext cx="3009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FFFF-PZ pulls or your own spreadsheet. Columns are detected automatically and it refuses to guess when a guess could point the telescope elsewhere.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600200"/>
            <a:ext cx="3484778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1202" y="183794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1" name="Image 1" descr="/tmp/npdeck/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880" y="1954621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1202" y="2468880"/>
            <a:ext cx="30092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exposure times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91202" y="2788920"/>
            <a:ext cx="3009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UCO/Lick ETC per target: S/N 10 per exposure, 3 exposures minimum. MOS blocks budgeted by magnitude.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600200"/>
            <a:ext cx="3484778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6021" y="183794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6" name="Image 2" descr="/tmp/npdeck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698" y="1954621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6021" y="2468880"/>
            <a:ext cx="30092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around reality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96021" y="2788920"/>
            <a:ext cx="3009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start times for a late handback, blocked windows for a ToO, and forced partial exposures when a short spectrum beats none.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484778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426110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1" name="Image 3" descr="/tmp/npdeck/icons/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61" y="4377781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86384" y="4892040"/>
            <a:ext cx="30092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 and starlists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86384" y="5212080"/>
            <a:ext cx="3009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cutout, Gaia offset star, and the slit drawn at the dispersion-weighted parallactic angle — no external service required.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4023360"/>
            <a:ext cx="3484778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1202" y="426110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6" name="Image 4" descr="/tmp/npdeck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880" y="4377781"/>
            <a:ext cx="296997" cy="29699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1202" y="4892040"/>
            <a:ext cx="30092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reasoning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91202" y="5212080"/>
            <a:ext cx="3009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target carries the stage it was accepted or rejected at, with numbers. Airmass tracks, idle time, twilight marks.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8277" y="4023360"/>
            <a:ext cx="3484778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6021" y="426110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31" name="Image 5" descr="/tmp/npdeck/icons/li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698" y="4377781"/>
            <a:ext cx="296997" cy="29699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6021" y="4892040"/>
            <a:ext cx="30092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front end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96021" y="5212080"/>
            <a:ext cx="3009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instrument and date, load targets, generate, inspect, export the whole run as a zip.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Nights it has planned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one replanned mid-night around a ToO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864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10512"/>
            <a:ext cx="212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Lick-2026B-01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121408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/ Kast · Aug 13–14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targets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26080"/>
            <a:ext cx="212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7.0h science, no deadtime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824" y="1645920"/>
            <a:ext cx="2567864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0280" y="1810512"/>
            <a:ext cx="212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Lick-2026B-02 N1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0280" y="2121408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/ Kast · Sep 14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10280" y="2487168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12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10280" y="2926080"/>
            <a:ext cx="212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/ 517 min (48%)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567864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52464" y="1810512"/>
            <a:ext cx="212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Lick-2026B-02 N2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52464" y="2121408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/ Kast · Sep 15–16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52464" y="2487168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repeats + 2 spares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52464" y="2926080"/>
            <a:ext cx="212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min science (77%)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5191" y="1645920"/>
            <a:ext cx="2567864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94647" y="1810512"/>
            <a:ext cx="212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Keck-2026B-02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94647" y="2121408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Keck I / LRIS · Oct 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294647" y="2487168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targets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94647" y="2926080"/>
            <a:ext cx="212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6.9h on target (77%)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0B1E3F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6" name="Image 0" descr="/tmp/np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4326941"/>
            <a:ext cx="307238" cy="30723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691640" y="416052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 took the first 50 minutes of Oct 6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691640" y="452628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Replanned from a 20:00 handback in seconds. One target lost to its closing window; a mag 25.6 host that had been dropped was forced in for a partial 80-minute exposure as it rose into the best airmass of the night. On target went 336 → 416 min, 62% → 77%, idle down to 8 min.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classical observing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machinery that replans a ToO plans a queue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87188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8366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6" name="Image 0" descr="/tmp/np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61" y="2000341"/>
            <a:ext cx="296997" cy="2969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" y="251460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as a commodity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834640"/>
            <a:ext cx="491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plan costs seconds, you can generate one per candidate date and compare, instead of defending the first one you built.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645920"/>
            <a:ext cx="5387188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3612" y="188366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1" name="Image 1" descr="/tmp/npdeck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289" y="2000341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3612" y="251460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 on interruption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93612" y="2834640"/>
            <a:ext cx="491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start times and blocked windows mean a ToO, a weather hold or an instrument fault is a parameter, not a restart.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87188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426110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6" name="Image 2" descr="/tmp/np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61" y="4377781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6384" y="489204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before submission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" y="5212080"/>
            <a:ext cx="491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"is this programme observable in this semester, and for how long" with real windows rather than an estimate.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023360"/>
            <a:ext cx="5387188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3612" y="4261104"/>
            <a:ext cx="530352" cy="53035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1" name="Image 3" descr="/tmp/np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289" y="4377781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93612" y="4892040"/>
            <a:ext cx="491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night over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93612" y="5212080"/>
            <a:ext cx="491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carrying its own reasoning, finders and starlist can be executed by someone who has never used the instrument.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parts are already instrument-independent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5" name="Image 0" descr="/tmp/npdeck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288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9164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DEIMOS on Keck II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9339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multi-object case in earnest: mask design drives the plan rather than following it. Keck II also vignettes on the opposite side to Keck I — the geometry is already parameterised, so it is a configuration, not a rewrite.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9" name="Image 1" descr="/tmp/np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74320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60604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instruments at the same telescopes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90779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KCWI, ESI, HIRES. Each needs its own exposure model and overheads; everything else — twilight, windows, scheduling, finders, starlists — is shared.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38728"/>
            <a:ext cx="475488" cy="47548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3" name="Image 2" descr="/tmp/npdeck/icons/observa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6576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52044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telescopes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82219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site, pointing limits and timezone are already data rather than code. A new observatory is a site entry plus an exposure calculator.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53128"/>
            <a:ext cx="475488" cy="47548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7" name="Image 3" descr="/tmp/npdeck/icons/rul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57200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43484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 the Lick path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73659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Keck takes any target table and any date today; the Lick pipeline is still tied to one run. Bringing it level is the next real piece of work.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5367528"/>
            <a:ext cx="475488" cy="47548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1" name="Image 4" descr="/tmp/npdeck/icons/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486400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534924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Queue-mode tooling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565099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re-rank a target pool across many nights, not just schedule one.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2026-10-08T00:27:47Z</dcterms:created>
  <dcterms:modified xsi:type="dcterms:W3CDTF">2026-10-08T00:27:47Z</dcterms:modified>
</cp:coreProperties>
</file>