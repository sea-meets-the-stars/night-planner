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188720"/>
            <a:ext cx="27432" cy="27432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64008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91840" y="1463040"/>
            <a:ext cx="22860" cy="22860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27432" cy="27432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457200"/>
            <a:ext cx="27432" cy="27432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120640" y="1737360"/>
            <a:ext cx="22860" cy="22860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54864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1371600"/>
            <a:ext cx="27432" cy="27432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26880" y="45720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424160" y="1188720"/>
            <a:ext cx="27432" cy="27432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338560" y="64008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04320" y="2103120"/>
            <a:ext cx="22860" cy="22860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206240"/>
            <a:ext cx="27432" cy="27432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63040" y="530352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6035040"/>
            <a:ext cx="22860" cy="22860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21440" y="4114800"/>
            <a:ext cx="27432" cy="27432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698480" y="5394960"/>
            <a:ext cx="32004" cy="32004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0" y="6035040"/>
            <a:ext cx="22860" cy="22860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411480"/>
            <a:ext cx="27432" cy="27432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926080" y="6309360"/>
            <a:ext cx="22860" cy="22860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0" y="6217920"/>
            <a:ext cx="27432" cy="27432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28800" y="3291840"/>
            <a:ext cx="18288" cy="1828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966960" y="3108960"/>
            <a:ext cx="18288" cy="1828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592928" y="960120"/>
            <a:ext cx="1005840" cy="100584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27" name="Image 0" descr="/tmp/claude-1000/-home-lordrick-Projects-night-planner/d4a034c0-18d9-4b92-8e82-cff2b3c98264/scratchpad/pptx/icons/observa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4154" y="1171346"/>
            <a:ext cx="583387" cy="583387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night-planner</a:t>
            </a:r>
            <a:endParaRPr lang="en-US" sz="54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3337560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Observing Night Plans for CHIME/FRB Host-Galaxy Spectroscopy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280160" y="388620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Lick Observatory (Shane / Kast)   •   Keck Observatory (Keck I / LRIS)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J. Xavier Prochaska &amp; Claude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two observatories, real physics instead of heuristics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6" name="Image 0" descr="/tmp/claude-1000/-home-lordrick-Projects-night-planner/d4a034c0-18d9-4b92-8e82-cff2b3c98264/scratchpad/pptx/icons/observa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96312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Multi-Observatory Support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3464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Lick 3m/Kast (longslit) and Keck 10m/LRIS (longslit, MOS, imaging) from one codebase.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53458" y="160020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2058" y="1828800"/>
            <a:ext cx="548640" cy="54864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1" name="Image 1" descr="/tmp/claude-1000/-home-lordrick-Projects-night-planner/d4a034c0-18d9-4b92-8e82-cff2b3c98264/scratchpad/pptx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759" y="19495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82058" y="2496312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Ephemeris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582058" y="283464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18° astronomical twilight, LST, and airmass verified to ~2 min of observatory calendars.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58277" y="160020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6877" y="1828800"/>
            <a:ext cx="548640" cy="54864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6" name="Image 2" descr="/tmp/claude-1000/-home-lordrick-Projects-night-planner/d4a034c0-18d9-4b92-8e82-cff2b3c98264/scratchpad/pptx/icons/rul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78" y="194950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6877" y="2496312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Telescope-Specific Limits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86877" y="283464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Dec/HA mount limits, plus Keck I's Nasmyth-deck vignetting band (az 5.3-146.2°, alt&lt;33.3°).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21" name="Image 3" descr="/tmp/claude-1000/-home-lordrick-Projects-night-planner/d4a034c0-18d9-4b92-8e82-cff2b3c98264/scratchpad/pptx/icons/calcula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2355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782312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Exposure-Time Calculator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12064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queries to the UCO/Lick web S/N calculator — real throughput, not a magnitude-bucket guess.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53458" y="388620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2058" y="4114800"/>
            <a:ext cx="548640" cy="54864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26" name="Image 4" descr="/tmp/claude-1000/-home-lordrick-Projects-night-planner/d4a034c0-18d9-4b92-8e82-cff2b3c98264/scratchpad/pptx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759" y="423550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82058" y="4782312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FFFF-PZ Integration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582058" y="512064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CHIME/FRB host-galaxy targets directly, filtered by magnitude, Dec, status, and survey tag.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58277" y="388620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6877" y="4114800"/>
            <a:ext cx="548640" cy="54864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31" name="Image 5" descr="/tmp/claude-1000/-home-lordrick-Projects-night-planner/d4a034c0-18d9-4b92-8e82-cff2b3c98264/scratchpad/pptx/icons/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578" y="423550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86877" y="4782312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&amp; Logging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386877" y="512064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claudes_brain.md carries lessons forward; every session gets a dated narrative log.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night-planner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 Plans Delivered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scheduled nights produced so far across both observatories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02920" cy="502920"/>
          </a:xfrm>
          <a:prstGeom prst="ellipse">
            <a:avLst/>
          </a:prstGeom>
          <a:solidFill>
            <a:srgbClr val="0B1E3F"/>
          </a:solidFill>
          <a:ln/>
        </p:spPr>
      </p:sp>
      <p:pic>
        <p:nvPicPr>
          <p:cNvPr id="6" name="Image 0" descr="/tmp/claude-1000/-home-lordrick-Projects-night-planner/d4a034c0-18d9-4b92-8e82-cff2b3c98264/scratchpad/pptx/icon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829" y="1969389"/>
            <a:ext cx="276606" cy="2766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01368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Lick-2026B-01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30552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Shane 3m / Kast  •  Aug 13-14, 2026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587752"/>
            <a:ext cx="485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targets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081528"/>
            <a:ext cx="485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7.0h science / 7.1h dark — zero deadtime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78728" y="160020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856232"/>
            <a:ext cx="502920" cy="502920"/>
          </a:xfrm>
          <a:prstGeom prst="ellipse">
            <a:avLst/>
          </a:prstGeom>
          <a:solidFill>
            <a:srgbClr val="0B1E3F"/>
          </a:solidFill>
          <a:ln/>
        </p:spPr>
      </p:sp>
      <p:pic>
        <p:nvPicPr>
          <p:cNvPr id="13" name="Image 1" descr="/tmp/claude-1000/-home-lordrick-Projects-night-planner/d4a034c0-18d9-4b92-8e82-cff2b3c98264/scratchpad/pptx/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917" y="1969389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93128" y="1801368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Lick-2026B-02 — Night 1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193128" y="2130552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Shane 3m / Kast  •  Sep 14, 2026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534760" y="2587752"/>
            <a:ext cx="485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12 targets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6534760" y="3081528"/>
            <a:ext cx="485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/ 517 min scheduled (48% utilization)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88620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" y="4142232"/>
            <a:ext cx="502920" cy="502920"/>
          </a:xfrm>
          <a:prstGeom prst="ellipse">
            <a:avLst/>
          </a:prstGeom>
          <a:solidFill>
            <a:srgbClr val="0B1E3F"/>
          </a:solidFill>
          <a:ln/>
        </p:spPr>
      </p:sp>
      <p:pic>
        <p:nvPicPr>
          <p:cNvPr id="20" name="Image 2" descr="/tmp/claude-1000/-home-lordrick-Projects-night-planner/d4a034c0-18d9-4b92-8e82-cff2b3c98264/scratchpad/pptx/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29" y="4255389"/>
            <a:ext cx="276606" cy="27660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63040" y="4087368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Lick-2026B-02 — Night 2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463040" y="4416552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Shane 3m / Kast  •  Sep 15-16, 2026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804672" y="4873752"/>
            <a:ext cx="485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repeats + 2 spares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804672" y="5367528"/>
            <a:ext cx="485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 min science time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278728" y="388620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9C2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34760" y="4142232"/>
            <a:ext cx="502920" cy="502920"/>
          </a:xfrm>
          <a:prstGeom prst="ellipse">
            <a:avLst/>
          </a:prstGeom>
          <a:solidFill>
            <a:srgbClr val="0B1E3F"/>
          </a:solidFill>
          <a:ln/>
        </p:spPr>
      </p:sp>
      <p:pic>
        <p:nvPicPr>
          <p:cNvPr id="27" name="Image 3" descr="/tmp/claude-1000/-home-lordrick-Projects-night-planner/d4a034c0-18d9-4b92-8e82-cff2b3c98264/scratchpad/pptx/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917" y="4255389"/>
            <a:ext cx="276606" cy="27660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193128" y="4087368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Keck-2026B-02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7193128" y="4416552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Keck I / LRIS  •  Oct 6, 2026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6534760" y="4873752"/>
            <a:ext cx="485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targets</a:t>
            </a:r>
            <a:endParaRPr lang="en-US" sz="2200" dirty="0"/>
          </a:p>
        </p:txBody>
      </p:sp>
      <p:sp>
        <p:nvSpPr>
          <p:cNvPr id="31" name="Text 25"/>
          <p:cNvSpPr txBox="1"/>
          <p:nvPr/>
        </p:nvSpPr>
        <p:spPr>
          <a:xfrm>
            <a:off x="6534760" y="5367528"/>
            <a:ext cx="485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longslit + 4 MOS — 6.1h / 9.7h (63%)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night-planner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3" name="Image 0" descr="/tmp/claude-1000/-home-lordrick-Projects-night-planner/d4a034c0-18d9-4b92-8e82-cff2b3c98264/scratchpad/pptx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04749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— Commands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four-step workflow for every observatory and run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6002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targets from FFFF-PZ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663440" y="1778508"/>
            <a:ext cx="6979615" cy="694944"/>
          </a:xfrm>
          <a:prstGeom prst="roundRect">
            <a:avLst>
              <a:gd name="adj" fmla="val 7895"/>
            </a:avLst>
          </a:prstGeom>
          <a:solidFill>
            <a:srgbClr val="08153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92040" y="1778508"/>
            <a:ext cx="6522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E7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chime_ffff_pz_add_furesource &lt;Resource&gt;.json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E7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chime_ffff_pz_targets &lt;Resource-name&gt;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27889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ephemeris &amp; select targets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663440" y="3122676"/>
            <a:ext cx="6979615" cy="384048"/>
          </a:xfrm>
          <a:prstGeom prst="roundRect">
            <a:avLst>
              <a:gd name="adj" fmla="val 14286"/>
            </a:avLst>
          </a:prstGeom>
          <a:solidFill>
            <a:srgbClr val="08153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92040" y="3122676"/>
            <a:ext cx="6522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E7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scripts/&lt;site&gt;_calculations.py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9776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Excel timeline + starlist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663440" y="4311396"/>
            <a:ext cx="6979615" cy="384048"/>
          </a:xfrm>
          <a:prstGeom prst="roundRect">
            <a:avLst>
              <a:gd name="adj" fmla="val 14286"/>
            </a:avLst>
          </a:prstGeom>
          <a:solidFill>
            <a:srgbClr val="08153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92040" y="4311396"/>
            <a:ext cx="6522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E7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scripts/build_night_plan.py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234440" y="51663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outputs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663440" y="5189220"/>
            <a:ext cx="6979615" cy="1005840"/>
          </a:xfrm>
          <a:prstGeom prst="roundRect">
            <a:avLst>
              <a:gd name="adj" fmla="val 5455"/>
            </a:avLst>
          </a:prstGeom>
          <a:solidFill>
            <a:srgbClr val="08153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892040" y="5189220"/>
            <a:ext cx="6522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E7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Night_plans/&lt;Resource&gt;/*_Night_plan.xlsx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E7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Night_plans/&lt;Resource&gt;/*.starlist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E7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Night_plans/&lt;Resource&gt;/target_analysis.csv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night-planner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&amp; Testing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checked against a real source before it ships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5" name="Image 0" descr="/tmp/claude-1000/-home-lordrick-Projects-night-planner/d4a034c0-18d9-4b92-8e82-cff2b3c98264/scratchpad/pptx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910639"/>
            <a:ext cx="311810" cy="3118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7556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Test Suite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2103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synthetic datasets covering seasonal shifts, boundary hour angles, sparse fields, and extreme declinations.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566928" cy="566928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9" name="Image 1" descr="/tmp/claude-1000/-home-lordrick-Projects-night-planner/d4a034c0-18d9-4b92-8e82-cff2b3c98264/scratchpad/pptx/icons/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3327959"/>
            <a:ext cx="311810" cy="31181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1729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Catch Real Bugs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5204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in the live LRIS ETC caught a ~15x error in the old magnitude-bucket exposure heuristic.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617720"/>
            <a:ext cx="566928" cy="566928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3" name="Image 2" descr="/tmp/claude-1000/-home-lordrick-Projects-night-planner/d4a034c0-18d9-4b92-8e82-cff2b3c98264/scratchpad/pptx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4745279"/>
            <a:ext cx="311810" cy="31181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45902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Every Time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9377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gets a dated narrative log plus token/CO2 accounting, for full reproducibility.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040880" y="1783080"/>
            <a:ext cx="4602175" cy="1143000"/>
          </a:xfrm>
          <a:prstGeom prst="roundRect">
            <a:avLst>
              <a:gd name="adj" fmla="val 6400"/>
            </a:avLst>
          </a:prstGeom>
          <a:solidFill>
            <a:srgbClr val="0B1E3F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269480" y="1892808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7269480" y="2441448"/>
            <a:ext cx="4144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edge-case datasets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040880" y="3154680"/>
            <a:ext cx="4602175" cy="1143000"/>
          </a:xfrm>
          <a:prstGeom prst="roundRect">
            <a:avLst>
              <a:gd name="adj" fmla="val 6400"/>
            </a:avLst>
          </a:prstGeom>
          <a:solidFill>
            <a:srgbClr val="0B1E3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269480" y="3264408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~15x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3813048"/>
            <a:ext cx="4144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exposure-time error caught by the real ETC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040880" y="4526280"/>
            <a:ext cx="4602175" cy="1143000"/>
          </a:xfrm>
          <a:prstGeom prst="roundRect">
            <a:avLst>
              <a:gd name="adj" fmla="val 6400"/>
            </a:avLst>
          </a:prstGeom>
          <a:solidFill>
            <a:srgbClr val="0B1E3F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269480" y="4636008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24" name="Text 19"/>
          <p:cNvSpPr txBox="1"/>
          <p:nvPr/>
        </p:nvSpPr>
        <p:spPr>
          <a:xfrm>
            <a:off x="7269480" y="5184648"/>
            <a:ext cx="4144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sessions logged with narrative + token/CO2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night-planner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Plans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night-planner goes from here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" cy="530352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5" name="Image 0" descr="/tmp/claude-1000/-home-lordrick-Projects-night-planner/d4a034c0-18d9-4b92-8e82-cff2b3c98264/scratchpad/pptx/icons/mapsig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4" y="1956084"/>
            <a:ext cx="275783" cy="2757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80136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observatory coverage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13969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observatories and instruments beyond Lick/Kast and Keck/LRIS.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724912"/>
            <a:ext cx="530352" cy="530352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9" name="Image 1" descr="/tmp/claude-1000/-home-lordrick-Projects-night-planner/d4a034c0-18d9-4b92-8e82-cff2b3c98264/scratchpad/pptx/icons/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64" y="2852196"/>
            <a:ext cx="275783" cy="27578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69748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out known edge cases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303580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None-comparison and empty-DataFrame bugs the 17-case test suite already exposed.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621024"/>
            <a:ext cx="530352" cy="530352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13" name="Image 2" descr="/tmp/claude-1000/-home-lordrick-Projects-night-planner/d4a034c0-18d9-4b92-8e82-cff2b3c98264/scratchpad/pptx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64" y="3748308"/>
            <a:ext cx="275783" cy="27578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59359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FFFF-PZ Resource lifecycle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39319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valid_start/valid_stop in sync automatically whenever a run date is corrected or rescheduled.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517136"/>
            <a:ext cx="530352" cy="530352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17" name="Image 3" descr="/tmp/claude-1000/-home-lordrick-Projects-night-planner/d4a034c0-18d9-4b92-8e82-cff2b3c98264/scratchpad/pptx/icons/im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64" y="4644420"/>
            <a:ext cx="275783" cy="27578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448970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finder charts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482803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finder charts and starlists for every candidate target, not only the ones scheduled.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5413248"/>
            <a:ext cx="530352" cy="530352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21" name="Image 4" descr="/tmp/claude-1000/-home-lordrick-Projects-night-planner/d4a034c0-18d9-4b92-8e82-cff2b3c98264/scratchpad/pptx/icons/githu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64" y="5540532"/>
            <a:ext cx="275783" cy="27578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5385816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author's project dashboard</a:t>
            </a:r>
            <a:endParaRPr lang="en-US" sz="1550" dirty="0"/>
          </a:p>
        </p:txBody>
      </p:sp>
      <p:sp>
        <p:nvSpPr>
          <p:cNvPr id="23" name="Text 16"/>
          <p:cNvSpPr txBox="1"/>
          <p:nvPr/>
        </p:nvSpPr>
        <p:spPr>
          <a:xfrm>
            <a:off x="1417320" y="572414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GitHub-hosted webpage tracking all of JXP's Claude-assisted projects in one place.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night-planner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2026-09-25T08:09:23Z</dcterms:created>
  <dcterms:modified xsi:type="dcterms:W3CDTF">2026-09-25T08:09:23Z</dcterms:modified>
</cp:coreProperties>
</file>